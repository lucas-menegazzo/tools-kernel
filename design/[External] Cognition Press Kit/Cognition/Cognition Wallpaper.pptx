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ed4188016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ed4188016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brand-logo-cogni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8126" y="2387319"/>
            <a:ext cx="1907748" cy="368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brand-logo-cogni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8126" y="2387319"/>
            <a:ext cx="1907748" cy="368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